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F5B766-FD5E-411E-9F3D-EF4CBB97F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7F3CA5-EB50-4437-9204-057F9F1E2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556D41-1A6A-4B88-88A1-D471775F1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572D-4208-4B11-B159-8653F728629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1BD424-228B-4715-9B59-9054DD28C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BEB834-DCA5-4672-95FF-63C1CECB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0B64-A5A0-4E70-BB12-C91C62CFD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74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A29B5-A29D-4B14-99A4-35E5E4029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C2AD51-C96A-4425-9E59-296E48B34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170AB9-23C5-4D78-A72B-F85065F7D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572D-4208-4B11-B159-8653F728629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2797E3-6125-48B4-8DBD-7AAEF7C0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2437E-E2CC-4778-9492-E287C338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0B64-A5A0-4E70-BB12-C91C62CFD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2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F6650-8777-4DE5-8E51-07F23E20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810AB7-CACE-4C49-8606-87C502471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788ADE-65A3-46F9-BAC7-2D3952DF6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572D-4208-4B11-B159-8653F728629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87B78A-1449-42FE-B54C-46BD53360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EB02B4-39AD-4E85-8524-40F7F6ECC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0B64-A5A0-4E70-BB12-C91C62CFD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78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76E2A0-EAA3-4F25-AADC-1AE65876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2540DA-2D79-40E0-A787-DD3F897BC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594DDA-2996-442C-AC15-B6C194051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E5B471-5565-46FC-98FA-1B3148E6A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572D-4208-4B11-B159-8653F728629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EC14E2-B1B2-4D65-A6FF-5A26C9EB7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556856-FD74-4B97-9BFD-E84034141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0B64-A5A0-4E70-BB12-C91C62CFD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40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96390-3AAE-4877-A8A5-E44F9D55C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7C0DBC-003A-498A-B2DB-884FB03F9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B11C1A-5BE6-47A3-B721-24E86FB03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6997E1-2D61-428E-8C04-E27ABA2634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CDF576-E62E-4C72-85F8-0C47DE7184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C9B52C-3FC4-4C7A-AA67-63AC938F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572D-4208-4B11-B159-8653F728629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2518B5-0BF6-4B9C-BF84-00F019A57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2745C9-CD3A-4578-9473-8C6F78A0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0B64-A5A0-4E70-BB12-C91C62CFD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34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CE3A8-FA79-40CA-94FB-733843281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10A7AE-6885-4CE3-BB19-DF80D1B1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572D-4208-4B11-B159-8653F728629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EC9F02-6478-4807-850F-0E9BFCC8D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6858D0-4C09-4835-A38D-FBAE90BC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0B64-A5A0-4E70-BB12-C91C62CFD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324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10A8836-5FFF-4C3B-9A4F-E75E0EE85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572D-4208-4B11-B159-8653F728629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EAE539-53EE-45D2-A153-C72EA473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71A362-E9E6-4482-AD7F-7B858859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0B64-A5A0-4E70-BB12-C91C62CFD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02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A5BB5-C269-44A8-B8BF-512169C15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6CFACA-6109-44EE-BBD1-DA9E0D724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1EDC1B-BB62-431B-9623-11B446A37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3D359A-94D6-49A4-AAA7-6622C305F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572D-4208-4B11-B159-8653F728629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171DDC-F176-4145-A0DF-DED9605C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4DBAC6-4931-46CD-A503-7D2FB1889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0B64-A5A0-4E70-BB12-C91C62CFD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71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FFB64-7A08-4CAB-8643-0DE381D8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89EF69-1EDD-48F7-A9C7-DFC244C613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AEF6D4-AA37-4F63-9A3A-87B8B07C9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47311C-BDFF-43D2-BAA2-AEA55AAC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572D-4208-4B11-B159-8653F728629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C1F4FB-1D74-4246-80F3-BB6CC1B7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162B11-1014-46FE-B613-640D9630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0B64-A5A0-4E70-BB12-C91C62CFD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00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93828-74CA-4B0F-8F37-11876F93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27E036-A290-4D95-B3BD-9487CD52B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BEB88B-23DB-42C9-8CA4-93F8CD14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572D-4208-4B11-B159-8653F728629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236D3-5970-4FAB-AE42-7B10BFD4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94AB29-0476-4055-AAA1-4668D4AE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0B64-A5A0-4E70-BB12-C91C62CFD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380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418C8AD-AD24-4ABF-845D-B49EB130B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9E6F42-98A8-4111-9276-248D8EAEA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8B7F85-6354-45A2-9035-4103EEA85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572D-4208-4B11-B159-8653F728629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1A7C16-1308-4B25-B37D-F6A68E149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DEAE40-7B77-49AF-92A1-80CAC3B3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F0B64-A5A0-4E70-BB12-C91C62CFD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024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B9F995-5099-4C55-9F06-CF7D96639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018DF6-5173-485E-B8D8-DED9D3466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81ED7F-C964-4291-9E98-6C7D73B21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6572D-4208-4B11-B159-8653F728629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B680CF-E9A8-497F-ADDA-99B976D91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176CAC-5A93-44DF-AC4F-F99FFCD90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F0B64-A5A0-4E70-BB12-C91C62CFDB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68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7CA9C84-ABCE-4139-BB78-CA4E2994F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975297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23726048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7606135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18714731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25942035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330036893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OSI</a:t>
                      </a:r>
                      <a:r>
                        <a:rPr lang="ko-KR" altLang="en-US" sz="2400" dirty="0"/>
                        <a:t> </a:t>
                      </a:r>
                      <a:r>
                        <a:rPr lang="en-US" altLang="ko-KR" sz="2400" dirty="0"/>
                        <a:t>MODEL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Layer Number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TCP/IP Layer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Other protocol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89689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 err="1">
                          <a:solidFill>
                            <a:srgbClr val="FF0000"/>
                          </a:solidFill>
                        </a:rPr>
                        <a:t>Aligator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Application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/>
                        <a:t>7</a:t>
                      </a:r>
                      <a:endParaRPr lang="ko-KR" altLang="en-US" sz="24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HTTP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SSH, FTP, Telnet, SMTP, POP3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12386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Pet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Presentation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6</a:t>
                      </a:r>
                      <a:endParaRPr lang="ko-KR" altLang="en-US" sz="2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27210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Steve’s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Session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5</a:t>
                      </a:r>
                      <a:endParaRPr lang="ko-KR" altLang="en-US" sz="2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08551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Touch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Transport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TCP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UDP, SCTP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21478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Not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Network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IP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IPv6, ARP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82291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Do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Data Link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Ethernet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HDLC, Frame Relay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32256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>
                          <a:solidFill>
                            <a:srgbClr val="FF0000"/>
                          </a:solidFill>
                        </a:rPr>
                        <a:t>Please</a:t>
                      </a:r>
                      <a:endParaRPr lang="ko-KR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 Physical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618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190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56</Words>
  <Application>Microsoft Office PowerPoint</Application>
  <PresentationFormat>와이드스크린</PresentationFormat>
  <Paragraphs>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이효민[ 학부재학 / 응용수리과학부 사이버보안전공 ]</dc:creator>
  <cp:lastModifiedBy>lhm1024@korea.edu</cp:lastModifiedBy>
  <cp:revision>3</cp:revision>
  <dcterms:created xsi:type="dcterms:W3CDTF">2020-07-12T11:06:21Z</dcterms:created>
  <dcterms:modified xsi:type="dcterms:W3CDTF">2020-07-13T09:36:26Z</dcterms:modified>
</cp:coreProperties>
</file>